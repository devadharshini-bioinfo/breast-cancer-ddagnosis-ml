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F5D22-3823-49F0-B1F4-225FC430B004}" v="75" dt="2026-04-29T16:56:5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dharshini S" userId="7f7596c316b6a85a" providerId="LiveId" clId="{85E25724-F4AA-4C93-A8A7-0A95BC9934BC}"/>
    <pc:docChg chg="undo custSel addSld delSld modSld">
      <pc:chgData name="Devadharshini S" userId="7f7596c316b6a85a" providerId="LiveId" clId="{85E25724-F4AA-4C93-A8A7-0A95BC9934BC}" dt="2026-04-29T17:02:49.675" v="914" actId="20577"/>
      <pc:docMkLst>
        <pc:docMk/>
      </pc:docMkLst>
      <pc:sldChg chg="addSp delSp modSp mod">
        <pc:chgData name="Devadharshini S" userId="7f7596c316b6a85a" providerId="LiveId" clId="{85E25724-F4AA-4C93-A8A7-0A95BC9934BC}" dt="2026-04-29T16:10:52.767" v="33" actId="14100"/>
        <pc:sldMkLst>
          <pc:docMk/>
          <pc:sldMk cId="0" sldId="257"/>
        </pc:sldMkLst>
        <pc:spChg chg="add">
          <ac:chgData name="Devadharshini S" userId="7f7596c316b6a85a" providerId="LiveId" clId="{85E25724-F4AA-4C93-A8A7-0A95BC9934BC}" dt="2026-04-29T16:08:08.195" v="0"/>
          <ac:spMkLst>
            <pc:docMk/>
            <pc:sldMk cId="0" sldId="257"/>
            <ac:spMk id="6" creationId="{F9B4ED39-29B2-78B5-BB63-A0EDFDA3ADA4}"/>
          </ac:spMkLst>
        </pc:spChg>
        <pc:spChg chg="add del mod">
          <ac:chgData name="Devadharshini S" userId="7f7596c316b6a85a" providerId="LiveId" clId="{85E25724-F4AA-4C93-A8A7-0A95BC9934BC}" dt="2026-04-29T16:10:52.767" v="33" actId="14100"/>
          <ac:spMkLst>
            <pc:docMk/>
            <pc:sldMk cId="0" sldId="257"/>
            <ac:spMk id="7" creationId="{3F2D3E87-E34B-E99E-E218-B45F74BC7AE9}"/>
          </ac:spMkLst>
        </pc:spChg>
        <pc:spChg chg="mod">
          <ac:chgData name="Devadharshini S" userId="7f7596c316b6a85a" providerId="LiveId" clId="{85E25724-F4AA-4C93-A8A7-0A95BC9934BC}" dt="2026-04-29T16:08:23.804" v="3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Devadharshini S" userId="7f7596c316b6a85a" providerId="LiveId" clId="{85E25724-F4AA-4C93-A8A7-0A95BC9934BC}" dt="2026-04-29T16:08:50.029" v="9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Devadharshini S" userId="7f7596c316b6a85a" providerId="LiveId" clId="{85E25724-F4AA-4C93-A8A7-0A95BC9934BC}" dt="2026-04-29T16:08:28.947" v="4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Devadharshini S" userId="7f7596c316b6a85a" providerId="LiveId" clId="{85E25724-F4AA-4C93-A8A7-0A95BC9934BC}" dt="2026-04-29T16:08:32.624" v="5" actId="478"/>
          <ac:spMkLst>
            <pc:docMk/>
            <pc:sldMk cId="0" sldId="257"/>
            <ac:spMk id="18" creationId="{00000000-0000-0000-0000-000000000000}"/>
          </ac:spMkLst>
        </pc:spChg>
      </pc:sldChg>
      <pc:sldChg chg="addSp delSp modSp mod">
        <pc:chgData name="Devadharshini S" userId="7f7596c316b6a85a" providerId="LiveId" clId="{85E25724-F4AA-4C93-A8A7-0A95BC9934BC}" dt="2026-04-29T17:02:49.675" v="914" actId="20577"/>
        <pc:sldMkLst>
          <pc:docMk/>
          <pc:sldMk cId="0" sldId="258"/>
        </pc:sldMkLst>
        <pc:spChg chg="mod">
          <ac:chgData name="Devadharshini S" userId="7f7596c316b6a85a" providerId="LiveId" clId="{85E25724-F4AA-4C93-A8A7-0A95BC9934BC}" dt="2026-04-29T16:29:29.070" v="235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6:15:19.519" v="66" actId="1076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Devadharshini S" userId="7f7596c316b6a85a" providerId="LiveId" clId="{85E25724-F4AA-4C93-A8A7-0A95BC9934BC}" dt="2026-04-29T16:15:22.831" v="67" actId="1076"/>
          <ac:spMkLst>
            <pc:docMk/>
            <pc:sldMk cId="0" sldId="258"/>
            <ac:spMk id="7" creationId="{FC98E8A0-F072-0F1D-E165-C8BA4D3EC57E}"/>
          </ac:spMkLst>
        </pc:spChg>
        <pc:spChg chg="mod">
          <ac:chgData name="Devadharshini S" userId="7f7596c316b6a85a" providerId="LiveId" clId="{85E25724-F4AA-4C93-A8A7-0A95BC9934BC}" dt="2026-04-29T16:14:29.316" v="5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6:13:19.214" v="47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0:31.999" v="864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0:47.033" v="86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1:13.198" v="871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2:00.299" v="881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0:59.206" v="870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1:17.878" v="872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1:36.251" v="876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6:14:53.362" v="61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1:22.662" v="873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2:10.607" v="883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2:17.010" v="885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1:27.817" v="874" actId="107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7:02:32.924" v="887" actId="14100"/>
          <ac:spMkLst>
            <pc:docMk/>
            <pc:sldMk cId="0" sldId="258"/>
            <ac:spMk id="45" creationId="{00000000-0000-0000-0000-000000000000}"/>
          </ac:spMkLst>
        </pc:spChg>
        <pc:spChg chg="del">
          <ac:chgData name="Devadharshini S" userId="7f7596c316b6a85a" providerId="LiveId" clId="{85E25724-F4AA-4C93-A8A7-0A95BC9934BC}" dt="2026-04-29T16:13:34.679" v="50" actId="478"/>
          <ac:spMkLst>
            <pc:docMk/>
            <pc:sldMk cId="0" sldId="258"/>
            <ac:spMk id="46" creationId="{00000000-0000-0000-0000-000000000000}"/>
          </ac:spMkLst>
        </pc:spChg>
        <pc:spChg chg="add mod">
          <ac:chgData name="Devadharshini S" userId="7f7596c316b6a85a" providerId="LiveId" clId="{85E25724-F4AA-4C93-A8A7-0A95BC9934BC}" dt="2026-04-29T16:15:36.990" v="68" actId="1076"/>
          <ac:spMkLst>
            <pc:docMk/>
            <pc:sldMk cId="0" sldId="258"/>
            <ac:spMk id="47" creationId="{3E57006C-5362-8024-C25A-68D46A89BEAF}"/>
          </ac:spMkLst>
        </pc:spChg>
        <pc:spChg chg="add mod">
          <ac:chgData name="Devadharshini S" userId="7f7596c316b6a85a" providerId="LiveId" clId="{85E25724-F4AA-4C93-A8A7-0A95BC9934BC}" dt="2026-04-29T16:16:12.925" v="93" actId="20577"/>
          <ac:spMkLst>
            <pc:docMk/>
            <pc:sldMk cId="0" sldId="258"/>
            <ac:spMk id="48" creationId="{38FAE125-0908-E61B-67FE-EC5F6414D089}"/>
          </ac:spMkLst>
        </pc:spChg>
        <pc:spChg chg="add del mod">
          <ac:chgData name="Devadharshini S" userId="7f7596c316b6a85a" providerId="LiveId" clId="{85E25724-F4AA-4C93-A8A7-0A95BC9934BC}" dt="2026-04-29T16:17:22.727" v="102" actId="478"/>
          <ac:spMkLst>
            <pc:docMk/>
            <pc:sldMk cId="0" sldId="258"/>
            <ac:spMk id="49" creationId="{3C21C6BC-7787-45BE-5719-FF8A586EEF01}"/>
          </ac:spMkLst>
        </pc:spChg>
        <pc:spChg chg="add mod">
          <ac:chgData name="Devadharshini S" userId="7f7596c316b6a85a" providerId="LiveId" clId="{85E25724-F4AA-4C93-A8A7-0A95BC9934BC}" dt="2026-04-29T16:16:28.657" v="95"/>
          <ac:spMkLst>
            <pc:docMk/>
            <pc:sldMk cId="0" sldId="258"/>
            <ac:spMk id="50" creationId="{DD67816C-B15C-6652-A870-9EE6419C50FD}"/>
          </ac:spMkLst>
        </pc:spChg>
        <pc:spChg chg="add mod">
          <ac:chgData name="Devadharshini S" userId="7f7596c316b6a85a" providerId="LiveId" clId="{85E25724-F4AA-4C93-A8A7-0A95BC9934BC}" dt="2026-04-29T16:18:36.014" v="117" actId="1076"/>
          <ac:spMkLst>
            <pc:docMk/>
            <pc:sldMk cId="0" sldId="258"/>
            <ac:spMk id="51" creationId="{67627A68-E276-D156-F3A8-FCD05958526D}"/>
          </ac:spMkLst>
        </pc:spChg>
        <pc:spChg chg="add mod">
          <ac:chgData name="Devadharshini S" userId="7f7596c316b6a85a" providerId="LiveId" clId="{85E25724-F4AA-4C93-A8A7-0A95BC9934BC}" dt="2026-04-29T16:18:28.405" v="115" actId="1076"/>
          <ac:spMkLst>
            <pc:docMk/>
            <pc:sldMk cId="0" sldId="258"/>
            <ac:spMk id="52" creationId="{BDF43FB9-C6C8-F2DE-25AB-39B3738F32DC}"/>
          </ac:spMkLst>
        </pc:spChg>
        <pc:spChg chg="add mod">
          <ac:chgData name="Devadharshini S" userId="7f7596c316b6a85a" providerId="LiveId" clId="{85E25724-F4AA-4C93-A8A7-0A95BC9934BC}" dt="2026-04-29T16:18:19.253" v="113" actId="1076"/>
          <ac:spMkLst>
            <pc:docMk/>
            <pc:sldMk cId="0" sldId="258"/>
            <ac:spMk id="53" creationId="{06F07192-36B0-D3E0-0C52-BC423ECBBB1C}"/>
          </ac:spMkLst>
        </pc:spChg>
        <pc:spChg chg="add mod">
          <ac:chgData name="Devadharshini S" userId="7f7596c316b6a85a" providerId="LiveId" clId="{85E25724-F4AA-4C93-A8A7-0A95BC9934BC}" dt="2026-04-29T16:18:15.556" v="112" actId="1076"/>
          <ac:spMkLst>
            <pc:docMk/>
            <pc:sldMk cId="0" sldId="258"/>
            <ac:spMk id="54" creationId="{DFBDF41E-8E0A-37D3-8FEE-1350616DB3F5}"/>
          </ac:spMkLst>
        </pc:spChg>
        <pc:spChg chg="add mod">
          <ac:chgData name="Devadharshini S" userId="7f7596c316b6a85a" providerId="LiveId" clId="{85E25724-F4AA-4C93-A8A7-0A95BC9934BC}" dt="2026-04-29T16:17:40.497" v="107" actId="1076"/>
          <ac:spMkLst>
            <pc:docMk/>
            <pc:sldMk cId="0" sldId="258"/>
            <ac:spMk id="55" creationId="{669CC502-DA95-1ACF-73F7-22F6D6124B2C}"/>
          </ac:spMkLst>
        </pc:spChg>
        <pc:spChg chg="add mod">
          <ac:chgData name="Devadharshini S" userId="7f7596c316b6a85a" providerId="LiveId" clId="{85E25724-F4AA-4C93-A8A7-0A95BC9934BC}" dt="2026-04-29T16:23:54.823" v="135" actId="1076"/>
          <ac:spMkLst>
            <pc:docMk/>
            <pc:sldMk cId="0" sldId="258"/>
            <ac:spMk id="56" creationId="{C3DD47E9-CEEE-FDF5-0FE6-D76A24125CF7}"/>
          </ac:spMkLst>
        </pc:spChg>
        <pc:spChg chg="add mod">
          <ac:chgData name="Devadharshini S" userId="7f7596c316b6a85a" providerId="LiveId" clId="{85E25724-F4AA-4C93-A8A7-0A95BC9934BC}" dt="2026-04-29T16:28:43.359" v="230" actId="14100"/>
          <ac:spMkLst>
            <pc:docMk/>
            <pc:sldMk cId="0" sldId="258"/>
            <ac:spMk id="57" creationId="{026F7E4B-8094-31E2-EB31-4FF5FF7C44A0}"/>
          </ac:spMkLst>
        </pc:spChg>
        <pc:spChg chg="add mod">
          <ac:chgData name="Devadharshini S" userId="7f7596c316b6a85a" providerId="LiveId" clId="{85E25724-F4AA-4C93-A8A7-0A95BC9934BC}" dt="2026-04-29T16:28:00.198" v="210" actId="14100"/>
          <ac:spMkLst>
            <pc:docMk/>
            <pc:sldMk cId="0" sldId="258"/>
            <ac:spMk id="58" creationId="{554B23A5-728A-BE6C-0BD2-EC6A9B210561}"/>
          </ac:spMkLst>
        </pc:spChg>
        <pc:spChg chg="add mod">
          <ac:chgData name="Devadharshini S" userId="7f7596c316b6a85a" providerId="LiveId" clId="{85E25724-F4AA-4C93-A8A7-0A95BC9934BC}" dt="2026-04-29T16:26:57.136" v="190" actId="14100"/>
          <ac:spMkLst>
            <pc:docMk/>
            <pc:sldMk cId="0" sldId="258"/>
            <ac:spMk id="59" creationId="{25F6A72A-7163-8DB2-4D05-87F55881F8D8}"/>
          </ac:spMkLst>
        </pc:spChg>
        <pc:spChg chg="add mod">
          <ac:chgData name="Devadharshini S" userId="7f7596c316b6a85a" providerId="LiveId" clId="{85E25724-F4AA-4C93-A8A7-0A95BC9934BC}" dt="2026-04-29T16:26:34.343" v="166" actId="20577"/>
          <ac:spMkLst>
            <pc:docMk/>
            <pc:sldMk cId="0" sldId="258"/>
            <ac:spMk id="60" creationId="{82BADF1B-DC41-A5EE-CDE1-031E5205A272}"/>
          </ac:spMkLst>
        </pc:spChg>
        <pc:spChg chg="add del mod">
          <ac:chgData name="Devadharshini S" userId="7f7596c316b6a85a" providerId="LiveId" clId="{85E25724-F4AA-4C93-A8A7-0A95BC9934BC}" dt="2026-04-29T16:30:36.157" v="238"/>
          <ac:spMkLst>
            <pc:docMk/>
            <pc:sldMk cId="0" sldId="258"/>
            <ac:spMk id="61" creationId="{EF4214A5-A256-BBDB-FE8E-D14418ED5E17}"/>
          </ac:spMkLst>
        </pc:spChg>
        <pc:spChg chg="add">
          <ac:chgData name="Devadharshini S" userId="7f7596c316b6a85a" providerId="LiveId" clId="{85E25724-F4AA-4C93-A8A7-0A95BC9934BC}" dt="2026-04-29T16:29:08.762" v="232"/>
          <ac:spMkLst>
            <pc:docMk/>
            <pc:sldMk cId="0" sldId="258"/>
            <ac:spMk id="62" creationId="{8A1C714C-C3DA-41EB-AD42-BCA5AE725FD4}"/>
          </ac:spMkLst>
        </pc:spChg>
        <pc:spChg chg="add">
          <ac:chgData name="Devadharshini S" userId="7f7596c316b6a85a" providerId="LiveId" clId="{85E25724-F4AA-4C93-A8A7-0A95BC9934BC}" dt="2026-04-29T16:29:16.855" v="233"/>
          <ac:spMkLst>
            <pc:docMk/>
            <pc:sldMk cId="0" sldId="258"/>
            <ac:spMk id="63" creationId="{0DF9B03F-B30E-2644-1B80-0994BBA0C2A1}"/>
          </ac:spMkLst>
        </pc:spChg>
        <pc:spChg chg="add">
          <ac:chgData name="Devadharshini S" userId="7f7596c316b6a85a" providerId="LiveId" clId="{85E25724-F4AA-4C93-A8A7-0A95BC9934BC}" dt="2026-04-29T16:30:21.145" v="236"/>
          <ac:spMkLst>
            <pc:docMk/>
            <pc:sldMk cId="0" sldId="258"/>
            <ac:spMk id="64" creationId="{03A12991-30DC-6CAE-0085-42BC266BA513}"/>
          </ac:spMkLst>
        </pc:spChg>
        <pc:spChg chg="add mod">
          <ac:chgData name="Devadharshini S" userId="7f7596c316b6a85a" providerId="LiveId" clId="{85E25724-F4AA-4C93-A8A7-0A95BC9934BC}" dt="2026-04-29T16:31:36.035" v="248" actId="1076"/>
          <ac:spMkLst>
            <pc:docMk/>
            <pc:sldMk cId="0" sldId="258"/>
            <ac:spMk id="65" creationId="{B79FCFB2-D71B-014C-4FC5-F71D5977A60F}"/>
          </ac:spMkLst>
        </pc:spChg>
        <pc:spChg chg="add mod">
          <ac:chgData name="Devadharshini S" userId="7f7596c316b6a85a" providerId="LiveId" clId="{85E25724-F4AA-4C93-A8A7-0A95BC9934BC}" dt="2026-04-29T16:33:21.882" v="257" actId="1076"/>
          <ac:spMkLst>
            <pc:docMk/>
            <pc:sldMk cId="0" sldId="258"/>
            <ac:spMk id="66" creationId="{8696DF8F-F567-C36E-4CBF-E073303E1449}"/>
          </ac:spMkLst>
        </pc:spChg>
        <pc:spChg chg="add mod">
          <ac:chgData name="Devadharshini S" userId="7f7596c316b6a85a" providerId="LiveId" clId="{85E25724-F4AA-4C93-A8A7-0A95BC9934BC}" dt="2026-04-29T16:35:00.933" v="275" actId="12"/>
          <ac:spMkLst>
            <pc:docMk/>
            <pc:sldMk cId="0" sldId="258"/>
            <ac:spMk id="67" creationId="{2E3C1F23-98E0-555C-77ED-35BBB1A12D41}"/>
          </ac:spMkLst>
        </pc:spChg>
        <pc:spChg chg="add mod">
          <ac:chgData name="Devadharshini S" userId="7f7596c316b6a85a" providerId="LiveId" clId="{85E25724-F4AA-4C93-A8A7-0A95BC9934BC}" dt="2026-04-29T17:02:49.675" v="914" actId="20577"/>
          <ac:spMkLst>
            <pc:docMk/>
            <pc:sldMk cId="0" sldId="258"/>
            <ac:spMk id="68" creationId="{F44D0426-879C-BC76-B348-5430F2045AFA}"/>
          </ac:spMkLst>
        </pc:spChg>
        <pc:spChg chg="add mod">
          <ac:chgData name="Devadharshini S" userId="7f7596c316b6a85a" providerId="LiveId" clId="{85E25724-F4AA-4C93-A8A7-0A95BC9934BC}" dt="2026-04-29T16:36:44.223" v="327" actId="14100"/>
          <ac:spMkLst>
            <pc:docMk/>
            <pc:sldMk cId="0" sldId="258"/>
            <ac:spMk id="69" creationId="{9053A331-FF92-B092-F498-055D09D7495B}"/>
          </ac:spMkLst>
        </pc:spChg>
      </pc:sldChg>
      <pc:sldChg chg="delSp mod">
        <pc:chgData name="Devadharshini S" userId="7f7596c316b6a85a" providerId="LiveId" clId="{85E25724-F4AA-4C93-A8A7-0A95BC9934BC}" dt="2026-04-29T17:00:14.717" v="863" actId="478"/>
        <pc:sldMkLst>
          <pc:docMk/>
          <pc:sldMk cId="0" sldId="260"/>
        </pc:sldMkLst>
        <pc:spChg chg="del">
          <ac:chgData name="Devadharshini S" userId="7f7596c316b6a85a" providerId="LiveId" clId="{85E25724-F4AA-4C93-A8A7-0A95BC9934BC}" dt="2026-04-29T17:00:14.717" v="863" actId="478"/>
          <ac:spMkLst>
            <pc:docMk/>
            <pc:sldMk cId="0" sldId="260"/>
            <ac:spMk id="7" creationId="{00000000-0000-0000-0000-000000000000}"/>
          </ac:spMkLst>
        </pc:spChg>
      </pc:sldChg>
      <pc:sldChg chg="del">
        <pc:chgData name="Devadharshini S" userId="7f7596c316b6a85a" providerId="LiveId" clId="{85E25724-F4AA-4C93-A8A7-0A95BC9934BC}" dt="2026-04-29T16:57:19.683" v="775" actId="2696"/>
        <pc:sldMkLst>
          <pc:docMk/>
          <pc:sldMk cId="0" sldId="261"/>
        </pc:sldMkLst>
      </pc:sldChg>
      <pc:sldChg chg="delSp modSp mod">
        <pc:chgData name="Devadharshini S" userId="7f7596c316b6a85a" providerId="LiveId" clId="{85E25724-F4AA-4C93-A8A7-0A95BC9934BC}" dt="2026-04-29T16:59:55.847" v="861" actId="478"/>
        <pc:sldMkLst>
          <pc:docMk/>
          <pc:sldMk cId="0" sldId="262"/>
        </pc:sldMkLst>
        <pc:spChg chg="del">
          <ac:chgData name="Devadharshini S" userId="7f7596c316b6a85a" providerId="LiveId" clId="{85E25724-F4AA-4C93-A8A7-0A95BC9934BC}" dt="2026-04-29T16:59:55.847" v="861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6:59:26.006" v="857" actId="20577"/>
          <ac:spMkLst>
            <pc:docMk/>
            <pc:sldMk cId="0" sldId="262"/>
            <ac:spMk id="63" creationId="{00000000-0000-0000-0000-000000000000}"/>
          </ac:spMkLst>
        </pc:spChg>
        <pc:spChg chg="mod">
          <ac:chgData name="Devadharshini S" userId="7f7596c316b6a85a" providerId="LiveId" clId="{85E25724-F4AA-4C93-A8A7-0A95BC9934BC}" dt="2026-04-29T16:59:51.556" v="860" actId="207"/>
          <ac:spMkLst>
            <pc:docMk/>
            <pc:sldMk cId="0" sldId="262"/>
            <ac:spMk id="64" creationId="{00000000-0000-0000-0000-000000000000}"/>
          </ac:spMkLst>
        </pc:spChg>
      </pc:sldChg>
      <pc:sldChg chg="del">
        <pc:chgData name="Devadharshini S" userId="7f7596c316b6a85a" providerId="LiveId" clId="{85E25724-F4AA-4C93-A8A7-0A95BC9934BC}" dt="2026-04-29T17:00:01.674" v="862" actId="2696"/>
        <pc:sldMkLst>
          <pc:docMk/>
          <pc:sldMk cId="0" sldId="263"/>
        </pc:sldMkLst>
      </pc:sldChg>
      <pc:sldChg chg="addSp delSp modSp new mod">
        <pc:chgData name="Devadharshini S" userId="7f7596c316b6a85a" providerId="LiveId" clId="{85E25724-F4AA-4C93-A8A7-0A95BC9934BC}" dt="2026-04-29T16:57:06.133" v="774" actId="207"/>
        <pc:sldMkLst>
          <pc:docMk/>
          <pc:sldMk cId="3033442607" sldId="264"/>
        </pc:sldMkLst>
        <pc:spChg chg="add mod">
          <ac:chgData name="Devadharshini S" userId="7f7596c316b6a85a" providerId="LiveId" clId="{85E25724-F4AA-4C93-A8A7-0A95BC9934BC}" dt="2026-04-29T16:37:23.924" v="329"/>
          <ac:spMkLst>
            <pc:docMk/>
            <pc:sldMk cId="3033442607" sldId="264"/>
            <ac:spMk id="2" creationId="{86C6DFD2-6EC7-164A-C3BB-4193B739EA54}"/>
          </ac:spMkLst>
        </pc:spChg>
        <pc:spChg chg="add mod">
          <ac:chgData name="Devadharshini S" userId="7f7596c316b6a85a" providerId="LiveId" clId="{85E25724-F4AA-4C93-A8A7-0A95BC9934BC}" dt="2026-04-29T16:40:20.755" v="348" actId="14100"/>
          <ac:spMkLst>
            <pc:docMk/>
            <pc:sldMk cId="3033442607" sldId="264"/>
            <ac:spMk id="3" creationId="{36A6AFF6-E70D-42D6-90C1-82ACD0A2CAE9}"/>
          </ac:spMkLst>
        </pc:spChg>
        <pc:spChg chg="add mod">
          <ac:chgData name="Devadharshini S" userId="7f7596c316b6a85a" providerId="LiveId" clId="{85E25724-F4AA-4C93-A8A7-0A95BC9934BC}" dt="2026-04-29T16:37:40.888" v="331"/>
          <ac:spMkLst>
            <pc:docMk/>
            <pc:sldMk cId="3033442607" sldId="264"/>
            <ac:spMk id="4" creationId="{40933569-18E6-7D10-B900-C18C5D9CF084}"/>
          </ac:spMkLst>
        </pc:spChg>
        <pc:spChg chg="add mod">
          <ac:chgData name="Devadharshini S" userId="7f7596c316b6a85a" providerId="LiveId" clId="{85E25724-F4AA-4C93-A8A7-0A95BC9934BC}" dt="2026-04-29T16:54:05.843" v="715" actId="255"/>
          <ac:spMkLst>
            <pc:docMk/>
            <pc:sldMk cId="3033442607" sldId="264"/>
            <ac:spMk id="9" creationId="{9036F113-4173-773B-9661-3A1903ED91C2}"/>
          </ac:spMkLst>
        </pc:spChg>
        <pc:spChg chg="add del mod">
          <ac:chgData name="Devadharshini S" userId="7f7596c316b6a85a" providerId="LiveId" clId="{85E25724-F4AA-4C93-A8A7-0A95BC9934BC}" dt="2026-04-29T16:47:16.088" v="495" actId="478"/>
          <ac:spMkLst>
            <pc:docMk/>
            <pc:sldMk cId="3033442607" sldId="264"/>
            <ac:spMk id="11" creationId="{C984558F-EA95-95A4-8892-9ED88C401E4D}"/>
          </ac:spMkLst>
        </pc:spChg>
        <pc:spChg chg="add del mod">
          <ac:chgData name="Devadharshini S" userId="7f7596c316b6a85a" providerId="LiveId" clId="{85E25724-F4AA-4C93-A8A7-0A95BC9934BC}" dt="2026-04-29T16:47:30.445" v="504" actId="478"/>
          <ac:spMkLst>
            <pc:docMk/>
            <pc:sldMk cId="3033442607" sldId="264"/>
            <ac:spMk id="13" creationId="{E9B6E20F-B171-D3D5-C025-B3D8D7215EE5}"/>
          </ac:spMkLst>
        </pc:spChg>
        <pc:graphicFrameChg chg="add mod modGraphic">
          <ac:chgData name="Devadharshini S" userId="7f7596c316b6a85a" providerId="LiveId" clId="{85E25724-F4AA-4C93-A8A7-0A95BC9934BC}" dt="2026-04-29T16:55:23.962" v="745" actId="20577"/>
          <ac:graphicFrameMkLst>
            <pc:docMk/>
            <pc:sldMk cId="3033442607" sldId="264"/>
            <ac:graphicFrameMk id="5" creationId="{9618AB4C-A3C0-7B28-862D-DF490BC749C3}"/>
          </ac:graphicFrameMkLst>
        </pc:graphicFrameChg>
        <pc:graphicFrameChg chg="add mod modGraphic">
          <ac:chgData name="Devadharshini S" userId="7f7596c316b6a85a" providerId="LiveId" clId="{85E25724-F4AA-4C93-A8A7-0A95BC9934BC}" dt="2026-04-29T16:57:06.133" v="774" actId="207"/>
          <ac:graphicFrameMkLst>
            <pc:docMk/>
            <pc:sldMk cId="3033442607" sldId="264"/>
            <ac:graphicFrameMk id="6" creationId="{BFF381CB-555F-8751-F744-D8284771365B}"/>
          </ac:graphicFrameMkLst>
        </pc:graphicFrameChg>
        <pc:picChg chg="add mod">
          <ac:chgData name="Devadharshini S" userId="7f7596c316b6a85a" providerId="LiveId" clId="{85E25724-F4AA-4C93-A8A7-0A95BC9934BC}" dt="2026-04-29T16:42:07.721" v="364" actId="1076"/>
          <ac:picMkLst>
            <pc:docMk/>
            <pc:sldMk cId="3033442607" sldId="264"/>
            <ac:picMk id="7" creationId="{9AD078C8-5570-9FFD-49AD-5712EB65CF42}"/>
          </ac:picMkLst>
        </pc:picChg>
        <pc:picChg chg="add mod">
          <ac:chgData name="Devadharshini S" userId="7f7596c316b6a85a" providerId="LiveId" clId="{85E25724-F4AA-4C93-A8A7-0A95BC9934BC}" dt="2026-04-29T16:42:20.407" v="367" actId="1076"/>
          <ac:picMkLst>
            <pc:docMk/>
            <pc:sldMk cId="3033442607" sldId="264"/>
            <ac:picMk id="8" creationId="{4F873C37-73FC-E62D-91DE-F3A8F16B45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2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Cancer Diagnosis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2560320" cy="411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Study on the Wisconsin Diagnostic Breast Cancer (WDBC) Dataset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37095"/>
            <a:ext cx="713232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0156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Nemade, V. &amp; Fegade, V. (2023). Machine Learning Techniques for Breast Cancer Prediction.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Procedia Computer Science, Volume 218, Pages 1314–1320. DOI: 10.1016/j.procs.2023.01.110</a:t>
            </a:r>
            <a:endParaRPr lang="en-US" sz="1000" dirty="0"/>
          </a:p>
        </p:txBody>
      </p:sp>
      <p:sp>
        <p:nvSpPr>
          <p:cNvPr id="2" name="Text 3"/>
          <p:cNvSpPr/>
          <p:nvPr/>
        </p:nvSpPr>
        <p:spPr>
          <a:xfrm>
            <a:off x="506437" y="4428508"/>
            <a:ext cx="4185138" cy="485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  <a:latin typeface="Bahnschrift Light Condensed" panose="020B0502040204020203" pitchFamily="34" charset="0"/>
                <a:ea typeface="Calibri" pitchFamily="34" charset="-122"/>
                <a:cs typeface="Calibri" pitchFamily="34" charset="-120"/>
              </a:rPr>
              <a:t>DEVADHARSHINI S</a:t>
            </a:r>
            <a:endParaRPr lang="en-US" sz="1100" dirty="0">
              <a:latin typeface="Bahnschrift Light 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SUMMARY OF THE REFERENCE PAPER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160520" cy="379476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68680"/>
            <a:ext cx="4160520" cy="38404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68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389888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2" y="309770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048256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706624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364992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868680"/>
            <a:ext cx="4343400" cy="3794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868680"/>
            <a:ext cx="434340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SUMMARY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389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1627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a leading cause of mortality in women. Automated ML-based prediction tools are needed to assist doctors in differentiating malignant from benign tumours.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1396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Diagnostic Breast Cancer (WDBC) — 569 samples, 30 features from FNA biopsy images.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889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127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classifiers (including ensemble methods) compared on accuracy, precision, recall and F1-score.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36393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38770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XGBoost achieved the highest accuracy of 97% among all tested models.</a:t>
            </a:r>
            <a:endParaRPr lang="en-US" sz="10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2D3E87-E34B-E99E-E218-B45F74BC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966819"/>
            <a:ext cx="368503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Predict whether a tumor is malignant or benign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machine learning models for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early detection of breast cancer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clinical decision-making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81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41" y="-11781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37360" y="1664208"/>
            <a:ext cx="219456" cy="6400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5910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918" y="803618"/>
            <a:ext cx="1554480" cy="2124221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914400"/>
            <a:ext cx="1554480" cy="7315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" y="1078992"/>
            <a:ext cx="475488" cy="47548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" y="15502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" y="1887181"/>
            <a:ext cx="1408176" cy="1126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WDBC dataset sourced from UCI ML Repository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instances, 30 features, no missing values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labels: Malignant / Benign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93008" y="1664208"/>
            <a:ext cx="219456" cy="6400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5910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792011"/>
            <a:ext cx="1554480" cy="212422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914400"/>
            <a:ext cx="155448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96312" y="1078992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02536" y="1545633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60917" y="1902962"/>
            <a:ext cx="1419430" cy="760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normalization applied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into training and testing sets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before modelling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48656" y="1664208"/>
            <a:ext cx="219456" cy="6400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5910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12464" y="780406"/>
            <a:ext cx="1554480" cy="2124221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914400"/>
            <a:ext cx="15544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1078992"/>
            <a:ext cx="475488" cy="47548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781044" y="157276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10234" y="2036998"/>
            <a:ext cx="1408176" cy="681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classifiers trained: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NB, LR, SVM, KNN, DT, RF,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AdaBoost, XGBoost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04304" y="1664208"/>
            <a:ext cx="219456" cy="6400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15910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77256" y="787438"/>
            <a:ext cx="1554480" cy="2124221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68112" y="914400"/>
            <a:ext cx="15544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07608" y="1078992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7608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522976" y="15041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75378" y="1988453"/>
            <a:ext cx="1339948" cy="645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 on: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F1-Score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0688" y="801332"/>
            <a:ext cx="1554480" cy="2124221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914400"/>
            <a:ext cx="15544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3256" y="1078992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3256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278624" y="1529835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Result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06056" y="1994151"/>
            <a:ext cx="1472184" cy="825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models compared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XGBoost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best accuracy: 97%</a:t>
            </a:r>
            <a:endParaRPr lang="en-US" sz="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8E8A0-F072-0F1D-E165-C8BA4D3EC57E}"/>
              </a:ext>
            </a:extLst>
          </p:cNvPr>
          <p:cNvSpPr txBox="1"/>
          <p:nvPr/>
        </p:nvSpPr>
        <p:spPr>
          <a:xfrm>
            <a:off x="148414" y="293200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en-US" sz="1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Nemade</a:t>
            </a: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</a:t>
            </a:r>
            <a:r>
              <a:rPr lang="en-US" sz="1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Fegade</a:t>
            </a: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2023)</a:t>
            </a:r>
            <a:endParaRPr lang="en-IN" dirty="0"/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3E57006C-5362-8024-C25A-68D46A89BEAF}"/>
              </a:ext>
            </a:extLst>
          </p:cNvPr>
          <p:cNvSpPr/>
          <p:nvPr/>
        </p:nvSpPr>
        <p:spPr>
          <a:xfrm>
            <a:off x="148414" y="3008608"/>
            <a:ext cx="8972374" cy="34219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38FAE125-0908-E61B-67FE-EC5F6414D089}"/>
              </a:ext>
            </a:extLst>
          </p:cNvPr>
          <p:cNvSpPr/>
          <p:nvPr/>
        </p:nvSpPr>
        <p:spPr>
          <a:xfrm>
            <a:off x="221918" y="2911659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METHODOLOGY-Mini Project</a:t>
            </a:r>
            <a:endParaRPr lang="en-US" sz="2200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67627A68-E276-D156-F3A8-FCD05958526D}"/>
              </a:ext>
            </a:extLst>
          </p:cNvPr>
          <p:cNvSpPr/>
          <p:nvPr/>
        </p:nvSpPr>
        <p:spPr>
          <a:xfrm>
            <a:off x="234227" y="3475542"/>
            <a:ext cx="1554480" cy="1431098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BDF43FB9-C6C8-F2DE-25AB-39B3738F32DC}"/>
              </a:ext>
            </a:extLst>
          </p:cNvPr>
          <p:cNvSpPr/>
          <p:nvPr/>
        </p:nvSpPr>
        <p:spPr>
          <a:xfrm>
            <a:off x="1965960" y="3457159"/>
            <a:ext cx="1554480" cy="1431098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06F07192-36B0-D3E0-0C52-BC423ECBBB1C}"/>
              </a:ext>
            </a:extLst>
          </p:cNvPr>
          <p:cNvSpPr/>
          <p:nvPr/>
        </p:nvSpPr>
        <p:spPr>
          <a:xfrm>
            <a:off x="3675888" y="3457159"/>
            <a:ext cx="1554480" cy="1431098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DFBDF41E-8E0A-37D3-8FEE-1350616DB3F5}"/>
              </a:ext>
            </a:extLst>
          </p:cNvPr>
          <p:cNvSpPr/>
          <p:nvPr/>
        </p:nvSpPr>
        <p:spPr>
          <a:xfrm>
            <a:off x="5449824" y="3443183"/>
            <a:ext cx="1554480" cy="1431098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669CC502-DA95-1ACF-73F7-22F6D6124B2C}"/>
              </a:ext>
            </a:extLst>
          </p:cNvPr>
          <p:cNvSpPr/>
          <p:nvPr/>
        </p:nvSpPr>
        <p:spPr>
          <a:xfrm>
            <a:off x="7221181" y="3443183"/>
            <a:ext cx="1554480" cy="1431098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C3DD47E9-CEEE-FDF5-0FE6-D76A24125CF7}"/>
              </a:ext>
            </a:extLst>
          </p:cNvPr>
          <p:cNvSpPr/>
          <p:nvPr/>
        </p:nvSpPr>
        <p:spPr>
          <a:xfrm>
            <a:off x="110960" y="3462968"/>
            <a:ext cx="1184851" cy="266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1-DATASET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026F7E4B-8094-31E2-EB31-4FF5FF7C44A0}"/>
              </a:ext>
            </a:extLst>
          </p:cNvPr>
          <p:cNvSpPr/>
          <p:nvPr/>
        </p:nvSpPr>
        <p:spPr>
          <a:xfrm>
            <a:off x="7060927" y="3462939"/>
            <a:ext cx="1644161" cy="266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5-COMPARISON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554B23A5-728A-BE6C-0BD2-EC6A9B210561}"/>
              </a:ext>
            </a:extLst>
          </p:cNvPr>
          <p:cNvSpPr/>
          <p:nvPr/>
        </p:nvSpPr>
        <p:spPr>
          <a:xfrm>
            <a:off x="5303520" y="3485619"/>
            <a:ext cx="1501961" cy="266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4-EVALUATION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25F6A72A-7163-8DB2-4D05-87F55881F8D8}"/>
              </a:ext>
            </a:extLst>
          </p:cNvPr>
          <p:cNvSpPr/>
          <p:nvPr/>
        </p:nvSpPr>
        <p:spPr>
          <a:xfrm>
            <a:off x="3534508" y="3493624"/>
            <a:ext cx="1791872" cy="266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TRAINING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82BADF1B-DC41-A5EE-CDE1-031E5205A272}"/>
              </a:ext>
            </a:extLst>
          </p:cNvPr>
          <p:cNvSpPr/>
          <p:nvPr/>
        </p:nvSpPr>
        <p:spPr>
          <a:xfrm>
            <a:off x="1832317" y="3509918"/>
            <a:ext cx="1669835" cy="266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2-PREPROCESSING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B79FCFB2-D71B-014C-4FC5-F71D5977A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070" y="3485619"/>
            <a:ext cx="1481328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569 samples, 30 features (no missing values)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Wisconsin Diagnostic Breast Cancer (WDBC) </a:t>
            </a:r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8696DF8F-F567-C36E-4CBF-E073303E1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155" y="3517384"/>
            <a:ext cx="148631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normalization using standard scaling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split: 80% training / 20% testing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 handled </a:t>
            </a:r>
          </a:p>
        </p:txBody>
      </p:sp>
      <p:sp>
        <p:nvSpPr>
          <p:cNvPr id="67" name="Rectangle 6">
            <a:extLst>
              <a:ext uri="{FF2B5EF4-FFF2-40B4-BE49-F238E27FC236}">
                <a16:creationId xmlns:a16="http://schemas.microsoft.com/office/drawing/2014/main" id="{2E3C1F23-98E0-555C-77ED-35BBB1A12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956" y="3570964"/>
            <a:ext cx="166385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using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(Scikit-learn)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used: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MLP Classifier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+ tuned hyperparameters </a:t>
            </a:r>
          </a:p>
        </p:txBody>
      </p:sp>
      <p:sp>
        <p:nvSpPr>
          <p:cNvPr id="68" name="Rectangle 7">
            <a:extLst>
              <a:ext uri="{FF2B5EF4-FFF2-40B4-BE49-F238E27FC236}">
                <a16:creationId xmlns:a16="http://schemas.microsoft.com/office/drawing/2014/main" id="{F44D0426-879C-BC76-B348-5430F2045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88" y="3526474"/>
            <a:ext cx="13933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AUC-ROC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800" dirty="0">
                <a:latin typeface="Arial" panose="020B0604020202020204" pitchFamily="34" charset="0"/>
              </a:rPr>
              <a:t>Cross </a:t>
            </a:r>
            <a:r>
              <a:rPr lang="en-US" altLang="en-US" sz="800">
                <a:latin typeface="Arial" panose="020B0604020202020204" pitchFamily="34" charset="0"/>
              </a:rPr>
              <a:t>validation Score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53A331-FF92-B092-F498-055D09D7495B}"/>
              </a:ext>
            </a:extLst>
          </p:cNvPr>
          <p:cNvSpPr txBox="1"/>
          <p:nvPr/>
        </p:nvSpPr>
        <p:spPr>
          <a:xfrm>
            <a:off x="7370064" y="3861582"/>
            <a:ext cx="1176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Compared 4 models with the original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  (WDBC — Used in Reference Paper)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157276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961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56816" y="868680"/>
            <a:ext cx="1572768" cy="96012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961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56816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12464" y="868680"/>
            <a:ext cx="157276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8961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12464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(62.7%)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868680"/>
            <a:ext cx="1572768" cy="9601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8961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68112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(37.3%)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868680"/>
            <a:ext cx="1572768" cy="9601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8961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" y="1938528"/>
            <a:ext cx="8732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Nuclear Morphology Features  ×  3 Statistics  =  30 Features Total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" y="2331720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2331720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56816" y="2331720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56816" y="2331720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12464" y="2331720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2464" y="2331720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68112" y="2331720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68112" y="2331720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23760" y="2331720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2331720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1168" y="2898648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2898648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898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956816" y="2898648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56816" y="2898648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66544" y="2898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Concavity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712464" y="2898648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12464" y="2898648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22192" y="2898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Points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68112" y="2898648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68112" y="2898648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2898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23760" y="2898648"/>
            <a:ext cx="1572768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2898648"/>
            <a:ext cx="64008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898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Dimension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01168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computed as: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084832" y="3566160"/>
            <a:ext cx="1627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84832" y="356616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913632" y="3566160"/>
            <a:ext cx="1627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13632" y="356616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42432" y="3566160"/>
            <a:ext cx="1627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42432" y="356616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(Max)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1168" y="3950208"/>
            <a:ext cx="4251960" cy="47548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" y="395020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455 samples  (80%)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645152" y="3950208"/>
            <a:ext cx="425196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95020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114 samples  (20%)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201168" y="4526280"/>
            <a:ext cx="87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| Same dataset used by Nemade &amp; Fegade (2023)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ALGORITHMS  —  Mini Project Contribution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822960"/>
            <a:ext cx="87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4 algorithms were NOT used by Nemade &amp; Fegade (2023) and form the original contribution of this mini project: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1298448"/>
            <a:ext cx="4224528" cy="1600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298448"/>
            <a:ext cx="4224528" cy="43891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335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27248" y="1389888"/>
            <a:ext cx="118872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389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Ensemble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0896" y="1801368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boosting framework using tree-based learning with leaf-wise growth strategy. Faster and more memory-efficient than XGBoost. Uses histogram-based algorithms for speed.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" y="25054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n_estimators=100, learning_rate=0.1, num_leaves=31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224528" cy="1600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98448"/>
            <a:ext cx="422452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335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Neural Network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1389888"/>
            <a:ext cx="118872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389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3168" y="1801368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with 2 hidden layers (100→50 neurons), ReLU activation. Learns non-linear feature interactions through backpropagation. Best AUC-ROC in our study.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73168" y="25054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hidden_layers=(100,50), activation=ReLU, max_iter=500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3017520"/>
            <a:ext cx="4224528" cy="1600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017520"/>
            <a:ext cx="4224528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0540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27248" y="3108960"/>
            <a:ext cx="118872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10896" y="35204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where each tree corrects errors of the previous one. Uses depth-limited trees and shrinkage (learning rate) to prevent overfitting.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" y="422452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n_estimators=100, learning_rate=0.1, max_depth=3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224528" cy="1600200"/>
          </a:xfrm>
          <a:prstGeom prst="rect">
            <a:avLst/>
          </a:prstGeom>
          <a:solidFill>
            <a:srgbClr val="EAF2FB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17520"/>
            <a:ext cx="4224528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0540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Process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89520" y="3108960"/>
            <a:ext cx="118872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73168" y="35204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non-parametric Bayesian classifier using RBF kernel. Provides probabilistic predictions with uncertainty estimates. Best accuracy (97.37%) in our study.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422452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kernel=RBF(1.0), max_iter_predict=100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86C6DFD2-6EC7-164A-C3BB-4193B739EA5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6A6AFF6-E70D-42D6-90C1-82ACD0A2CAE9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0933569-18E6-7D10-B900-C18C5D9CF084}"/>
              </a:ext>
            </a:extLst>
          </p:cNvPr>
          <p:cNvSpPr/>
          <p:nvPr/>
        </p:nvSpPr>
        <p:spPr>
          <a:xfrm>
            <a:off x="3200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 —  Mini Project (New Algorithms on WDBC)</a:t>
            </a:r>
            <a:endParaRPr lang="en-US" sz="2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18AB4C-A3C0-7B28-862D-DF490BC7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51424"/>
              </p:ext>
            </p:extLst>
          </p:nvPr>
        </p:nvGraphicFramePr>
        <p:xfrm>
          <a:off x="256704" y="604710"/>
          <a:ext cx="5261352" cy="2405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881">
                  <a:extLst>
                    <a:ext uri="{9D8B030D-6E8A-4147-A177-3AD203B41FA5}">
                      <a16:colId xmlns:a16="http://schemas.microsoft.com/office/drawing/2014/main" val="3455036003"/>
                    </a:ext>
                  </a:extLst>
                </a:gridCol>
                <a:gridCol w="858129">
                  <a:extLst>
                    <a:ext uri="{9D8B030D-6E8A-4147-A177-3AD203B41FA5}">
                      <a16:colId xmlns:a16="http://schemas.microsoft.com/office/drawing/2014/main" val="2482624248"/>
                    </a:ext>
                  </a:extLst>
                </a:gridCol>
                <a:gridCol w="604911">
                  <a:extLst>
                    <a:ext uri="{9D8B030D-6E8A-4147-A177-3AD203B41FA5}">
                      <a16:colId xmlns:a16="http://schemas.microsoft.com/office/drawing/2014/main" val="126524171"/>
                    </a:ext>
                  </a:extLst>
                </a:gridCol>
                <a:gridCol w="654147">
                  <a:extLst>
                    <a:ext uri="{9D8B030D-6E8A-4147-A177-3AD203B41FA5}">
                      <a16:colId xmlns:a16="http://schemas.microsoft.com/office/drawing/2014/main" val="1285001439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2735402332"/>
                    </a:ext>
                  </a:extLst>
                </a:gridCol>
                <a:gridCol w="586908">
                  <a:extLst>
                    <a:ext uri="{9D8B030D-6E8A-4147-A177-3AD203B41FA5}">
                      <a16:colId xmlns:a16="http://schemas.microsoft.com/office/drawing/2014/main" val="1729914530"/>
                    </a:ext>
                  </a:extLst>
                </a:gridCol>
                <a:gridCol w="767111">
                  <a:extLst>
                    <a:ext uri="{9D8B030D-6E8A-4147-A177-3AD203B41FA5}">
                      <a16:colId xmlns:a16="http://schemas.microsoft.com/office/drawing/2014/main" val="3569309393"/>
                    </a:ext>
                  </a:extLst>
                </a:gridCol>
              </a:tblGrid>
              <a:tr h="471831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C000"/>
                          </a:solidFill>
                        </a:rPr>
                        <a:t>CV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594246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r>
                        <a:rPr lang="en-IN" sz="1400" dirty="0" err="1"/>
                        <a:t>LightBGM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95.61%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0.9648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950590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r>
                        <a:rPr lang="en-IN" sz="1400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94.74%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39975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r>
                        <a:rPr lang="en-IN" sz="1400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95.61%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4931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r>
                        <a:rPr lang="en-IN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0.9790</a:t>
                      </a:r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0.9934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5186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F381CB-555F-8751-F744-D82847713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505888"/>
              </p:ext>
            </p:extLst>
          </p:nvPr>
        </p:nvGraphicFramePr>
        <p:xfrm>
          <a:off x="256704" y="3314700"/>
          <a:ext cx="4941280" cy="1732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8256">
                  <a:extLst>
                    <a:ext uri="{9D8B030D-6E8A-4147-A177-3AD203B41FA5}">
                      <a16:colId xmlns:a16="http://schemas.microsoft.com/office/drawing/2014/main" val="2047289086"/>
                    </a:ext>
                  </a:extLst>
                </a:gridCol>
                <a:gridCol w="988256">
                  <a:extLst>
                    <a:ext uri="{9D8B030D-6E8A-4147-A177-3AD203B41FA5}">
                      <a16:colId xmlns:a16="http://schemas.microsoft.com/office/drawing/2014/main" val="1683880108"/>
                    </a:ext>
                  </a:extLst>
                </a:gridCol>
                <a:gridCol w="988256">
                  <a:extLst>
                    <a:ext uri="{9D8B030D-6E8A-4147-A177-3AD203B41FA5}">
                      <a16:colId xmlns:a16="http://schemas.microsoft.com/office/drawing/2014/main" val="1990171769"/>
                    </a:ext>
                  </a:extLst>
                </a:gridCol>
                <a:gridCol w="988256">
                  <a:extLst>
                    <a:ext uri="{9D8B030D-6E8A-4147-A177-3AD203B41FA5}">
                      <a16:colId xmlns:a16="http://schemas.microsoft.com/office/drawing/2014/main" val="3828417491"/>
                    </a:ext>
                  </a:extLst>
                </a:gridCol>
                <a:gridCol w="988256">
                  <a:extLst>
                    <a:ext uri="{9D8B030D-6E8A-4147-A177-3AD203B41FA5}">
                      <a16:colId xmlns:a16="http://schemas.microsoft.com/office/drawing/2014/main" val="2646417182"/>
                    </a:ext>
                  </a:extLst>
                </a:gridCol>
              </a:tblGrid>
              <a:tr h="34166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40265"/>
                  </a:ext>
                </a:extLst>
              </a:tr>
              <a:tr h="341669">
                <a:tc>
                  <a:txBody>
                    <a:bodyPr/>
                    <a:lstStyle/>
                    <a:p>
                      <a:r>
                        <a:rPr lang="en-IN" sz="1100" dirty="0" err="1"/>
                        <a:t>LightBGM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044551"/>
                  </a:ext>
                </a:extLst>
              </a:tr>
              <a:tr h="341669">
                <a:tc>
                  <a:txBody>
                    <a:bodyPr/>
                    <a:lstStyle/>
                    <a:p>
                      <a:r>
                        <a:rPr lang="en-IN" sz="1100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995888"/>
                  </a:ext>
                </a:extLst>
              </a:tr>
              <a:tr h="341669">
                <a:tc>
                  <a:txBody>
                    <a:bodyPr/>
                    <a:lstStyle/>
                    <a:p>
                      <a:r>
                        <a:rPr lang="en-IN" sz="1100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780956"/>
                  </a:ext>
                </a:extLst>
              </a:tr>
              <a:tr h="341669">
                <a:tc>
                  <a:txBody>
                    <a:bodyPr/>
                    <a:lstStyle/>
                    <a:p>
                      <a:r>
                        <a:rPr lang="en-IN" sz="11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29463"/>
                  </a:ext>
                </a:extLst>
              </a:tr>
            </a:tbl>
          </a:graphicData>
        </a:graphic>
      </p:graphicFrame>
      <p:pic>
        <p:nvPicPr>
          <p:cNvPr id="7" name="Image 0" descr="/home/claude/graph1_grouped_bar.png">
            <a:extLst>
              <a:ext uri="{FF2B5EF4-FFF2-40B4-BE49-F238E27FC236}">
                <a16:creationId xmlns:a16="http://schemas.microsoft.com/office/drawing/2014/main" id="{9AD078C8-5570-9FFD-49AD-5712EB65C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29" y="653095"/>
            <a:ext cx="3288287" cy="2429490"/>
          </a:xfrm>
          <a:prstGeom prst="rect">
            <a:avLst/>
          </a:prstGeom>
        </p:spPr>
      </p:pic>
      <p:pic>
        <p:nvPicPr>
          <p:cNvPr id="8" name="Image 1" descr="/home/claude/graph4_radar.png">
            <a:extLst>
              <a:ext uri="{FF2B5EF4-FFF2-40B4-BE49-F238E27FC236}">
                <a16:creationId xmlns:a16="http://schemas.microsoft.com/office/drawing/2014/main" id="{4F873C37-73FC-E62D-91DE-F3A8F16B4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220" y="3203038"/>
            <a:ext cx="2095383" cy="1812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36F113-4173-773B-9661-3A1903ED91C2}"/>
              </a:ext>
            </a:extLst>
          </p:cNvPr>
          <p:cNvSpPr txBox="1"/>
          <p:nvPr/>
        </p:nvSpPr>
        <p:spPr>
          <a:xfrm>
            <a:off x="186397" y="3047976"/>
            <a:ext cx="343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CONFUSION MATRIX SUMMARY:</a:t>
            </a:r>
          </a:p>
        </p:txBody>
      </p:sp>
    </p:spTree>
    <p:extLst>
      <p:ext uri="{BB962C8B-B14F-4D97-AF65-F5344CB8AC3E}">
        <p14:creationId xmlns:p14="http://schemas.microsoft.com/office/powerpoint/2010/main" val="303344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 —  Reference Paper vs Mini Project Results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841248"/>
            <a:ext cx="4160520" cy="384048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412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NEMADE &amp; FEGADE (2023)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41248"/>
            <a:ext cx="4343400" cy="38404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41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(NEW ALGORITHMS)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005840"/>
            <a:ext cx="594360" cy="59436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1325880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258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32588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1664208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66420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66420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002536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0025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0025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340864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3408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234086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" y="2679192"/>
            <a:ext cx="4160520" cy="301752"/>
          </a:xfrm>
          <a:prstGeom prst="rect">
            <a:avLst/>
          </a:prstGeom>
          <a:solidFill>
            <a:srgbClr val="FFF3CD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67919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67919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2679192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3017520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01752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301752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" y="3355848"/>
            <a:ext cx="4160520" cy="301752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3558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33558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" y="3694176"/>
            <a:ext cx="4160520" cy="301752"/>
          </a:xfrm>
          <a:prstGeom prst="rect">
            <a:avLst/>
          </a:prstGeom>
          <a:solidFill>
            <a:srgbClr val="FFF3CD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69417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34640" y="36941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3694176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1325880"/>
            <a:ext cx="43434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8096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1664208"/>
            <a:ext cx="4343400" cy="420624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166420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75120" y="16642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95.61%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80960" y="166420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0.9888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0" y="2139696"/>
            <a:ext cx="4343400" cy="420624"/>
          </a:xfrm>
          <a:prstGeom prst="rect">
            <a:avLst/>
          </a:prstGeom>
          <a:solidFill>
            <a:srgbClr val="1F6FBF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13969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(Neural Network)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75120" y="213969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94.74%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21396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0.9944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613648" y="2212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AUC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615184"/>
            <a:ext cx="4343400" cy="420624"/>
          </a:xfrm>
          <a:prstGeom prst="rect">
            <a:avLst/>
          </a:prstGeom>
          <a:solidFill>
            <a:srgbClr val="EAF2FB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61518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75120" y="26151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95.61%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680960" y="261518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0" y="3090672"/>
            <a:ext cx="4343400" cy="420624"/>
          </a:xfrm>
          <a:prstGeom prst="rect">
            <a:avLst/>
          </a:prstGeom>
          <a:solidFill>
            <a:srgbClr val="1F6FBF"/>
          </a:solidFill>
          <a:ln w="3810">
            <a:solidFill>
              <a:srgbClr val="D0D8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309067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75120" y="309067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97.37%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680960" y="30906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613648" y="316382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Acc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" y="4069080"/>
            <a:ext cx="87325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096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Classifier (</a:t>
            </a:r>
            <a:r>
              <a:rPr lang="en-US" sz="1000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focused deployment</a:t>
            </a: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)matched the paper's best accuracy (97.37% vs 97%) without being used in the original study. MLP(</a:t>
            </a:r>
            <a:r>
              <a:rPr lang="en-US" sz="1000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Risk-sensitive clinical use</a:t>
            </a: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achieved the highest AUC-ROC (0.9944) — surpassing all algorithms in the reference paper — demonstrating stronger discriminative ability for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924</Words>
  <Application>Microsoft Office PowerPoint</Application>
  <PresentationFormat>On-screen Show (16:9)</PresentationFormat>
  <Paragraphs>245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Bahnschrift Light Condensed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Devadharshini S</cp:lastModifiedBy>
  <cp:revision>4</cp:revision>
  <dcterms:created xsi:type="dcterms:W3CDTF">2026-04-25T05:33:59Z</dcterms:created>
  <dcterms:modified xsi:type="dcterms:W3CDTF">2026-06-04T13:36:24Z</dcterms:modified>
</cp:coreProperties>
</file>